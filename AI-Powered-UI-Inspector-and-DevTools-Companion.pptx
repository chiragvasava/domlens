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1" r:id="rId6"/>
    <p:sldId id="262" r:id="rId7"/>
    <p:sldId id="268" r:id="rId8"/>
    <p:sldId id="267" r:id="rId9"/>
    <p:sldId id="266" r:id="rId10"/>
    <p:sldId id="269" r:id="rId11"/>
    <p:sldId id="270" r:id="rId12"/>
    <p:sldId id="263" r:id="rId13"/>
    <p:sldId id="260" r:id="rId14"/>
    <p:sldId id="264" r:id="rId15"/>
    <p:sldId id="265" r:id="rId16"/>
  </p:sldIdLst>
  <p:sldSz cx="9144000" cy="5143500" type="screen16x9"/>
  <p:notesSz cx="5143500" cy="9144000"/>
  <p:embeddedFontLst>
    <p:embeddedFont>
      <p:font typeface="Montserrat Bold" panose="020B0604020202020204" charset="0"/>
      <p:regular r:id="rId18"/>
    </p:embeddedFont>
    <p:embeddedFont>
      <p:font typeface="Source Sans 3" panose="020B0604020202020204" charset="0"/>
      <p:regular r:id="rId19"/>
    </p:embeddedFont>
    <p:embeddedFont>
      <p:font typeface="Source Sans 3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863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256" y="382116"/>
            <a:ext cx="3284413" cy="43792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451247"/>
            <a:ext cx="4635252" cy="410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0" spc="-2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Qursor++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39874" y="1065461"/>
            <a:ext cx="4635252" cy="2268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50" b="1" kern="0" spc="-36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UI Inspector &amp; DevTools Companion</a:t>
            </a:r>
            <a:endParaRPr lang="en-US" sz="3550" dirty="0"/>
          </a:p>
        </p:txBody>
      </p:sp>
      <p:sp>
        <p:nvSpPr>
          <p:cNvPr id="6" name="Text 3"/>
          <p:cNvSpPr/>
          <p:nvPr/>
        </p:nvSpPr>
        <p:spPr>
          <a:xfrm>
            <a:off x="539874" y="3536975"/>
            <a:ext cx="4635252" cy="420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Department of Computer Science &amp; Engineering · Maharaja Sayajirao University of Baroda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39874" y="4109740"/>
            <a:ext cx="882997" cy="219819"/>
          </a:xfrm>
          <a:prstGeom prst="roundRect">
            <a:avLst>
              <a:gd name="adj" fmla="val 7895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26641" y="4153123"/>
            <a:ext cx="1166664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AAKASH PATEL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495127" y="4109740"/>
            <a:ext cx="857548" cy="219819"/>
          </a:xfrm>
          <a:prstGeom prst="roundRect">
            <a:avLst>
              <a:gd name="adj" fmla="val 7895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81894" y="4153123"/>
            <a:ext cx="1141214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RONAK SINGH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24931" y="4109740"/>
            <a:ext cx="931218" cy="219819"/>
          </a:xfrm>
          <a:prstGeom prst="roundRect">
            <a:avLst>
              <a:gd name="adj" fmla="val 7895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11698" y="4153123"/>
            <a:ext cx="1214884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CHIRAG VASAVA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428405" y="4109740"/>
            <a:ext cx="924744" cy="219819"/>
          </a:xfrm>
          <a:prstGeom prst="roundRect">
            <a:avLst>
              <a:gd name="adj" fmla="val 7895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15171" y="4153123"/>
            <a:ext cx="1208410" cy="133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9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BRIJESH SEVRA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39874" y="4482033"/>
            <a:ext cx="5092452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1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Project Guide:</a:t>
            </a: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Jal Shah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010" y="364406"/>
            <a:ext cx="3310905" cy="4414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433834"/>
            <a:ext cx="4635252" cy="6709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The Problem with Modern Web Inspection</a:t>
            </a:r>
            <a:endParaRPr lang="en-US" sz="2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1240334"/>
            <a:ext cx="4635252" cy="7995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29407" y="1372716"/>
            <a:ext cx="4313337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Slow DOM Navigation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729407" y="1594768"/>
            <a:ext cx="4313337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Manually digging through complex DOM trees in browser DevTools is time-consuming and mentally taxing.</a:t>
            </a:r>
            <a:endParaRPr lang="en-US" sz="9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2130251"/>
            <a:ext cx="4635252" cy="7995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9407" y="2262634"/>
            <a:ext cx="4313337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Manual CSS Tweaking</a:t>
            </a:r>
            <a:endParaRPr lang="en-US" sz="1050" dirty="0"/>
          </a:p>
        </p:txBody>
      </p:sp>
      <p:sp>
        <p:nvSpPr>
          <p:cNvPr id="10" name="Text 5"/>
          <p:cNvSpPr/>
          <p:nvPr/>
        </p:nvSpPr>
        <p:spPr>
          <a:xfrm>
            <a:off x="729407" y="2484686"/>
            <a:ext cx="4313337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Layout adjustments require repetitive trial-and-error with no intelligent assistance or live preview.</a:t>
            </a:r>
            <a:endParaRPr lang="en-US" sz="9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020169"/>
            <a:ext cx="4635252" cy="7995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29407" y="3152552"/>
            <a:ext cx="4313337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Context Gap</a:t>
            </a:r>
            <a:endParaRPr lang="en-US" sz="1050" dirty="0"/>
          </a:p>
        </p:txBody>
      </p:sp>
      <p:sp>
        <p:nvSpPr>
          <p:cNvPr id="13" name="Text 7"/>
          <p:cNvSpPr/>
          <p:nvPr/>
        </p:nvSpPr>
        <p:spPr>
          <a:xfrm>
            <a:off x="729407" y="3374603"/>
            <a:ext cx="4313337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ChatGPT and Claude cannot perceive live DOM elements — developers must manually copy-paste HTML/CSS snippets.</a:t>
            </a:r>
            <a:endParaRPr lang="en-US" sz="9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874" y="3910087"/>
            <a:ext cx="4635252" cy="799505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29407" y="4042470"/>
            <a:ext cx="4313337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Preview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729407" y="4264521"/>
            <a:ext cx="4313337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/>
              <a:t>To get a preview of the changes we require, without changing the codebase.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537046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Core Objectives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9874" y="1283866"/>
            <a:ext cx="308521" cy="3085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9874" y="1785193"/>
            <a:ext cx="25595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Visual Element Inspection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39874" y="2096839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Instant selection and inspection of any DOM element on any live website — zero layout shifts.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92227" y="1283866"/>
            <a:ext cx="308521" cy="30852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92227" y="1785193"/>
            <a:ext cx="25595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Deep Data Extraction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292227" y="2096839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Harvest full HTML, computed CSS, box model dimensions, typography, colors, and DOM hierarchy.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4580" y="1283866"/>
            <a:ext cx="308521" cy="30852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44580" y="1785193"/>
            <a:ext cx="25595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In-Page Editing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044580" y="2096839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Real-time editing workspace inside an isolated Shadow DOM container with instant visual feedback.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874" y="3099420"/>
            <a:ext cx="308521" cy="30852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39874" y="3600748"/>
            <a:ext cx="25595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AI-Driven Modifications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539874" y="3912394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 language prompts modify UI components via structured LLM integration.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92227" y="3099420"/>
            <a:ext cx="308521" cy="30852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292227" y="3600748"/>
            <a:ext cx="2559546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Batch Pattern Application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292227" y="3912394"/>
            <a:ext cx="2559546" cy="694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Detect similar UI elements across a page and apply design updates consistently in one step.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42528B-5BE7-6333-9CD7-52E2DDCEF322}"/>
              </a:ext>
            </a:extLst>
          </p:cNvPr>
          <p:cNvSpPr/>
          <p:nvPr/>
        </p:nvSpPr>
        <p:spPr>
          <a:xfrm>
            <a:off x="7814603" y="4684542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Existing Tools Fall Short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39874" y="1053280"/>
            <a:ext cx="3938067" cy="1735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single existing solution combines visual inspection, live style editing, AI prompting, and batch updates into one seamless workflow. Developers are forced to juggle multiple disconnected tools.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12204" y="2147107"/>
            <a:ext cx="3860974" cy="567953"/>
          </a:xfrm>
          <a:prstGeom prst="roundRect">
            <a:avLst>
              <a:gd name="adj" fmla="val 4111"/>
            </a:avLst>
          </a:prstGeom>
          <a:solidFill>
            <a:srgbClr val="E4E4E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090" y="2191033"/>
            <a:ext cx="94480" cy="75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6342" y="2180374"/>
            <a:ext cx="3539742" cy="140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Qursor++ is designed to close this gap — unifying inspection, editing, and AI assistance in one lightweight Chrome Extension.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822" y="744587"/>
            <a:ext cx="3938067" cy="3938067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2AEF0AC-A77C-5892-2C95-7078F76F318D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24235"/>
            <a:ext cx="8064252" cy="219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System Architecture</a:t>
            </a:r>
            <a:endParaRPr lang="en-US" sz="1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720477"/>
            <a:ext cx="7194426" cy="39312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32290" y="2572854"/>
            <a:ext cx="1649355" cy="20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User Action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141736" y="2547276"/>
            <a:ext cx="1649355" cy="206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Extension Engine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076577" y="2452397"/>
            <a:ext cx="1666995" cy="4122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Selector &amp; Extractor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39874" y="4695155"/>
            <a:ext cx="8521452" cy="86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4000"/>
              </a:lnSpc>
              <a:buNone/>
            </a:pPr>
            <a:r>
              <a:rPr lang="en-US" sz="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architecture ensures complete style encapsulation via Shadow DOM, preventing any CSS conflicts between the extension UI and the host website — whether it uses Tailwind, Bootstrap, or custom styles.</a:t>
            </a:r>
            <a:endParaRPr lang="en-US" sz="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725EED-EBFD-BA07-0F8C-09117822E6A0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90612"/>
            <a:ext cx="8064252" cy="4382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Development Roadmap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562475" y="1237431"/>
            <a:ext cx="19050" cy="301057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3954735" y="1401440"/>
            <a:ext cx="462781" cy="1905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4398466" y="1237431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4466853" y="1279513"/>
            <a:ext cx="210294" cy="262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539874" y="1290414"/>
            <a:ext cx="3260824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1 </a:t>
            </a:r>
            <a:r>
              <a:rPr lang="en-US" sz="1350" b="1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39874" y="1606823"/>
            <a:ext cx="3260824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Element hover highlight, capture-phase selection, CSS and layout extraction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26484" y="2327002"/>
            <a:ext cx="462781" cy="1905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</p:sp>
      <p:sp>
        <p:nvSpPr>
          <p:cNvPr id="10" name="Shape 8"/>
          <p:cNvSpPr/>
          <p:nvPr/>
        </p:nvSpPr>
        <p:spPr>
          <a:xfrm>
            <a:off x="4398466" y="2162994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4466853" y="2205075"/>
            <a:ext cx="210294" cy="262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5343302" y="2215976"/>
            <a:ext cx="3260824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2 </a:t>
            </a:r>
            <a:r>
              <a:rPr lang="en-US" sz="1350" b="1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343302" y="2532385"/>
            <a:ext cx="3260824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 HTML extraction, DOM hierarchy depth, 1-click JSON/HTML/CSS copy, Shadow DOM UI panel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954735" y="3124795"/>
            <a:ext cx="462781" cy="19050"/>
          </a:xfrm>
          <a:prstGeom prst="roundRect">
            <a:avLst>
              <a:gd name="adj" fmla="val 50000"/>
            </a:avLst>
          </a:prstGeom>
          <a:solidFill>
            <a:srgbClr val="D8D4D4"/>
          </a:solidFill>
          <a:ln/>
        </p:spPr>
      </p:sp>
      <p:sp>
        <p:nvSpPr>
          <p:cNvPr id="15" name="Shape 13"/>
          <p:cNvSpPr/>
          <p:nvPr/>
        </p:nvSpPr>
        <p:spPr>
          <a:xfrm>
            <a:off x="4398466" y="2960787"/>
            <a:ext cx="347067" cy="34706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4466853" y="3002868"/>
            <a:ext cx="210294" cy="2629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17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539874" y="3013770"/>
            <a:ext cx="3260824" cy="223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350" b="1" kern="0" spc="-14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Phase 3 </a:t>
            </a:r>
            <a:r>
              <a:rPr lang="en-US" sz="1350" b="1" kern="0" spc="-14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39874" y="3330178"/>
            <a:ext cx="3260824" cy="462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style preview, inline property editor, AI prompt integration, natural language editing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9874" y="4421535"/>
            <a:ext cx="8521452" cy="2313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Phases 1 and </a:t>
            </a:r>
            <a:r>
              <a:rPr lang="en-US" sz="120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 are </a:t>
            </a:r>
            <a:r>
              <a:rPr lang="en-US" sz="12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fully complete. Phase 3 (live editing + AI) is currently in active development.</a:t>
            </a:r>
            <a:endParaRPr lang="en-US" sz="12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887FDB1-06BB-7270-F0CA-F3D3D48BB963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95E43-5D26-FB4A-55D8-70C6340C4C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795" t="3966" r="25001" b="1401"/>
          <a:stretch>
            <a:fillRect/>
          </a:stretch>
        </p:blipFill>
        <p:spPr>
          <a:xfrm>
            <a:off x="457200" y="822960"/>
            <a:ext cx="3931920" cy="3291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B6E0C4-395D-ED20-F264-1F5767289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39319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Montserrat Bold"/>
              </a:defRPr>
            </a:pPr>
            <a:r>
              <a:t>Phase 2 — Visual Element Selection &amp; UI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Popup Controller &amp; Inspector Toggle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Provides a clean popup status badge to toggle Inspect Mode and view global keyboard shortcuts (Ctrl+Shift+I).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Live Target Picking &amp; Isolated UI Panel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Highlights active target elements on webpage and displays the dark-theme Qursor++ UI panel inside Shadow DOM.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BE600-04D1-F10F-70C2-92A1E0233CEC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335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71687F-E6A5-E59D-044D-A6D3471B9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3931920" cy="3291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F220540-438D-FEAD-5161-084F91376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39319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Montserrat Bold"/>
              </a:defRPr>
            </a:pPr>
            <a:r>
              <a:t>Phase 2 — Live Hover Highlight &amp; Computed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Flicker-Free Hover Outline &amp; Tooltip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Real-time blue border overlay with live tooltip displaying HTML tag, ID, class list, and pixel dimensions.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Computed Styles &amp; Box Model Metrics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Harvests exact rendered layout dimensions, margin/padding box models, typography, and color conversions.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4805E0-6E6D-D418-324B-FBED4F399DEC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29118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943F9C-2149-E68E-1A01-1E8EEC3C5D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3931920" cy="32918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A8861DC-A5B0-700A-BD30-63EB2DAA68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39319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Montserrat Bold"/>
              </a:defRPr>
            </a:pPr>
            <a:r>
              <a:t>Phase 2 — DOM Hierarchy &amp; 1-Click Data Exporter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DOM Depth &amp; Unique Selector Builder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Calculates parent/child hierarchy depth, sibling nodes, unique CSS selector path, and exact XPath queries.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4206240"/>
            <a:ext cx="39319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1-Click Clipboard Exporter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Exports structured JSON, raw HTML, OuterHTML, Selectors, and CSS rules to clipboard with animated toast notification.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8A5227A-E115-756D-6D36-4B810E001445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0916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Montserrat Bold"/>
              </a:defRPr>
            </a:pPr>
            <a:r>
              <a:t>Phase 3 🔄 — Live Style Preview &amp; Inline Property Editor</a:t>
            </a:r>
          </a:p>
        </p:txBody>
      </p:sp>
      <p:pic>
        <p:nvPicPr>
          <p:cNvPr id="3" name="Picture 2" descr="qursor_phase3_live_style_preview_17861262836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3931920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3931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Live Style Preview Engine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Features visual color pickers, margin/padding box-model sliders, and font controls with real-time rendered preview on the webpage.</a:t>
            </a:r>
          </a:p>
        </p:txBody>
      </p:sp>
      <p:pic>
        <p:nvPicPr>
          <p:cNvPr id="5" name="Picture 4" descr="qursor_phase3_inline_property_editor_178612630087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822960"/>
            <a:ext cx="393192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0" y="4114800"/>
            <a:ext cx="3931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Inline Property Editor Workspace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Interactive code editor with CSS property autocomplete, rule toggle checkboxes, and cyan glowing input fields.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EAAFFE-9B03-621B-F4A5-9CE2A508E473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Montserrat Bold"/>
              </a:defRPr>
            </a:pPr>
            <a:r>
              <a:t>Phase 3 🔄 — AI Prompt Integration &amp; Natural Language Editing</a:t>
            </a:r>
          </a:p>
        </p:txBody>
      </p:sp>
      <p:pic>
        <p:nvPicPr>
          <p:cNvPr id="3" name="Picture 2" descr="qursor_phase3_ai_prompt_integration_17861263207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457200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12080" y="822960"/>
            <a:ext cx="3474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🤖 Natural Language UI Editing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Users prompt the AI with natural text instructions (e.g. 'Make this button gradient blue with rounded corners') to generate clean CSS.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80" y="2103120"/>
            <a:ext cx="3474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⚡ Live Code Diff &amp; 1-Click Apply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Presents a side-by-side visual diff comparing original CSS vs AI-generated CSS before applying changes directly to live DOM.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12080" y="3383280"/>
            <a:ext cx="347472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 sz="1100">
                <a:solidFill>
                  <a:srgbClr val="000000"/>
                </a:solidFill>
                <a:latin typeface="Montserrat Bold"/>
              </a:defRPr>
            </a:pPr>
            <a:r>
              <a:t>🔄 Project-Wide Pattern Updates</a:t>
            </a:r>
          </a:p>
          <a:p>
            <a:pPr>
              <a:defRPr sz="950">
                <a:solidFill>
                  <a:srgbClr val="3D3838"/>
                </a:solidFill>
                <a:latin typeface="Source Sans 3"/>
              </a:defRPr>
            </a:pPr>
            <a:r>
              <a:t>Scans webpage for matching UI components and batch-applies AI styling rules across identical elements.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67D280-3D61-4112-150B-0008462AFF81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5591"/>
            <a:ext cx="8064252" cy="3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 kern="0" spc="-25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Technology Stack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564928"/>
            <a:ext cx="2600697" cy="260069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486448" y="1175221"/>
            <a:ext cx="1622971" cy="1604070"/>
          </a:xfrm>
          <a:prstGeom prst="roundRect">
            <a:avLst>
              <a:gd name="adj" fmla="val 1307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3626197" y="1314971"/>
            <a:ext cx="1343471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Frontend &amp; UI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3626197" y="1640160"/>
            <a:ext cx="1343471" cy="799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HTML5, Vanilla CSS3 with Glassmorphism, micro-animations, custom scrollbars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236071" y="1175221"/>
            <a:ext cx="1623045" cy="1604070"/>
          </a:xfrm>
          <a:prstGeom prst="roundRect">
            <a:avLst>
              <a:gd name="adj" fmla="val 1307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5375821" y="1314971"/>
            <a:ext cx="134354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Extension Core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375821" y="1640160"/>
            <a:ext cx="1343546" cy="59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Chrome Extension Manifest V3, Service Workers, Chrome APIs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85769" y="1175221"/>
            <a:ext cx="1623045" cy="1604070"/>
          </a:xfrm>
          <a:prstGeom prst="roundRect">
            <a:avLst>
              <a:gd name="adj" fmla="val 130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7125519" y="1314971"/>
            <a:ext cx="1343546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DOM Engine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125519" y="1640160"/>
            <a:ext cx="1343546" cy="999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Vanilla JavaScript ES2023, Web APIs — getComputedStyle, elementFromPoint, Shadow DOM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486448" y="2905944"/>
            <a:ext cx="5122366" cy="804565"/>
          </a:xfrm>
          <a:prstGeom prst="roundRect">
            <a:avLst>
              <a:gd name="adj" fmla="val 2607"/>
            </a:avLst>
          </a:prstGeom>
          <a:solidFill>
            <a:srgbClr val="F2EEEE"/>
          </a:solidFill>
          <a:ln/>
        </p:spPr>
      </p:sp>
      <p:sp>
        <p:nvSpPr>
          <p:cNvPr id="14" name="Text 11"/>
          <p:cNvSpPr/>
          <p:nvPr/>
        </p:nvSpPr>
        <p:spPr>
          <a:xfrm>
            <a:off x="3626197" y="3045693"/>
            <a:ext cx="4842867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13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Backend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26197" y="3370883"/>
            <a:ext cx="4842867" cy="199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Node.js, Express, OpenAI / Gemini API (Phases 3 &amp; 4)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486448" y="3853011"/>
            <a:ext cx="5122366" cy="702320"/>
          </a:xfrm>
          <a:prstGeom prst="roundRect">
            <a:avLst>
              <a:gd name="adj" fmla="val 2986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6197" y="4043437"/>
            <a:ext cx="174724" cy="13975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940671" y="4001914"/>
            <a:ext cx="4528393" cy="4045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⚡ Zero external bundlers — operates cleanly in the native browser environment with zero build overhead.</a:t>
            </a:r>
            <a:endParaRPr lang="en-US" sz="11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62712DC-8F6A-695F-8211-309A419EE211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60400"/>
            <a:ext cx="8064252" cy="328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Introducing Qursor++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9874" y="962620"/>
            <a:ext cx="8521452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lightweight Chrome Extension built with Manifest V3 and native Shadow DOM encapsulation — an intelligent bridge between live web UIs and AI coding tools.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74" y="1211982"/>
            <a:ext cx="578495" cy="6942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5136" y="1327621"/>
            <a:ext cx="739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Select Element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205136" y="1543943"/>
            <a:ext cx="739899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Capture-phase click interception on any live page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74" y="1906191"/>
            <a:ext cx="578495" cy="6942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05136" y="2021830"/>
            <a:ext cx="739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Extract Data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205136" y="2238152"/>
            <a:ext cx="739899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HTML, CSS, box model, and DOM hierarchy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874" y="2600399"/>
            <a:ext cx="578495" cy="69420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05136" y="2716039"/>
            <a:ext cx="739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Live Edit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205136" y="2932361"/>
            <a:ext cx="739899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Inline style preview in Shadow DOM panel</a:t>
            </a:r>
            <a:endParaRPr lang="en-US" sz="9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874" y="3294608"/>
            <a:ext cx="578495" cy="69420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05136" y="3410248"/>
            <a:ext cx="739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AI Modify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1205136" y="3626569"/>
            <a:ext cx="739899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Natural language prompts via LLM integration</a:t>
            </a:r>
            <a:endParaRPr lang="en-US" sz="9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874" y="3988817"/>
            <a:ext cx="578495" cy="69420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5136" y="4104456"/>
            <a:ext cx="739899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kern="0" spc="-1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Batch Apply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1205136" y="4320778"/>
            <a:ext cx="7398990" cy="151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Pattern-match and update all similar elements</a:t>
            </a:r>
            <a:endParaRPr lang="en-US" sz="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0B9164-99E5-5D3D-1A4F-10531F430B78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874" y="440680"/>
            <a:ext cx="8064252" cy="349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b="1" kern="0" spc="-22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Project Timeline</a:t>
            </a:r>
            <a:endParaRPr lang="en-US" sz="2150" dirty="0"/>
          </a:p>
        </p:txBody>
      </p:sp>
      <p:sp>
        <p:nvSpPr>
          <p:cNvPr id="3" name="Shape 1"/>
          <p:cNvSpPr/>
          <p:nvPr/>
        </p:nvSpPr>
        <p:spPr>
          <a:xfrm>
            <a:off x="2473821" y="1047006"/>
            <a:ext cx="14288" cy="3545607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4" name="Shape 2"/>
          <p:cNvSpPr/>
          <p:nvPr/>
        </p:nvSpPr>
        <p:spPr>
          <a:xfrm>
            <a:off x="2249388" y="1178123"/>
            <a:ext cx="245864" cy="1428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5" name="Shape 3"/>
          <p:cNvSpPr/>
          <p:nvPr/>
        </p:nvSpPr>
        <p:spPr>
          <a:xfrm>
            <a:off x="2434865" y="1139168"/>
            <a:ext cx="92199" cy="92199"/>
          </a:xfrm>
          <a:prstGeom prst="ellipse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539874" y="1089199"/>
            <a:ext cx="1449363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9874" y="1361703"/>
            <a:ext cx="1449363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Research, planning, Manifest V3 setup, element selection engine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6677" y="1865709"/>
            <a:ext cx="245864" cy="1428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9" name="Shape 7"/>
          <p:cNvSpPr/>
          <p:nvPr/>
        </p:nvSpPr>
        <p:spPr>
          <a:xfrm>
            <a:off x="2434865" y="1826754"/>
            <a:ext cx="92199" cy="92199"/>
          </a:xfrm>
          <a:prstGeom prst="ellipse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2972693" y="1776785"/>
            <a:ext cx="1449363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Weeks 3–4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972693" y="2049289"/>
            <a:ext cx="1449363" cy="662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Computed style extractor, DOM hierarchy, Shadow DOM panel UI, copy exporter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49388" y="2476426"/>
            <a:ext cx="245864" cy="1428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434865" y="2437470"/>
            <a:ext cx="92199" cy="92199"/>
          </a:xfrm>
          <a:prstGeom prst="ellipse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539874" y="2387501"/>
            <a:ext cx="1449363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 5 — Current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9874" y="2660005"/>
            <a:ext cx="1449363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Live editing workspace and inline style preview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66677" y="3087216"/>
            <a:ext cx="245864" cy="1428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4865" y="3048260"/>
            <a:ext cx="92199" cy="92199"/>
          </a:xfrm>
          <a:prstGeom prst="ellipse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2972693" y="2998291"/>
            <a:ext cx="1449363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Weeks 6–7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72693" y="3270796"/>
            <a:ext cx="1449363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AI prompt integration (OpenAI / Gemini API), batch element pattern updates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49388" y="3698007"/>
            <a:ext cx="245864" cy="14288"/>
          </a:xfrm>
          <a:prstGeom prst="roundRect">
            <a:avLst>
              <a:gd name="adj" fmla="val 49998"/>
            </a:avLst>
          </a:prstGeom>
          <a:solidFill>
            <a:srgbClr val="D8D4D4"/>
          </a:solidFill>
          <a:ln/>
        </p:spPr>
      </p:sp>
      <p:sp>
        <p:nvSpPr>
          <p:cNvPr id="21" name="Shape 19"/>
          <p:cNvSpPr/>
          <p:nvPr/>
        </p:nvSpPr>
        <p:spPr>
          <a:xfrm>
            <a:off x="2434865" y="3659051"/>
            <a:ext cx="92199" cy="92199"/>
          </a:xfrm>
          <a:prstGeom prst="ellipse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539874" y="3609082"/>
            <a:ext cx="1449363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Week 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39874" y="3881586"/>
            <a:ext cx="1449363" cy="331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12000"/>
              </a:lnSpc>
              <a:buNone/>
            </a:pP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Final testing, refactoring, and project documentation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26707" y="1034728"/>
            <a:ext cx="3882182" cy="174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Milestones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6707" y="1307232"/>
            <a:ext cx="3882182" cy="731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2000"/>
              </a:lnSpc>
              <a:buSzPct val="100000"/>
              <a:buChar char="•"/>
            </a:pPr>
            <a:r>
              <a:rPr lang="en-US" sz="9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Completed: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Element selection, hover box, CSS extraction, DOM tree depth, XPath generation, Shadow DOM UI, 1-click export</a:t>
            </a:r>
            <a:endParaRPr lang="en-US" sz="950" dirty="0"/>
          </a:p>
          <a:p>
            <a:pPr marL="193040" indent="-193040" algn="l">
              <a:lnSpc>
                <a:spcPct val="112000"/>
              </a:lnSpc>
              <a:buSzPct val="100000"/>
              <a:buChar char="•"/>
            </a:pPr>
            <a:r>
              <a:rPr lang="en-US" sz="9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 Progress: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Live inline editing, AI API integration</a:t>
            </a:r>
            <a:endParaRPr lang="en-US" sz="950" dirty="0"/>
          </a:p>
          <a:p>
            <a:pPr marL="193040" indent="-193040" algn="l">
              <a:lnSpc>
                <a:spcPct val="112000"/>
              </a:lnSpc>
              <a:buSzPct val="100000"/>
              <a:buChar char="•"/>
            </a:pPr>
            <a:r>
              <a:rPr lang="en-US" sz="95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Planned:</a:t>
            </a:r>
            <a:r>
              <a:rPr lang="en-US" sz="9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Batch component matcher, rollback history</a:t>
            </a:r>
            <a:endParaRPr lang="en-US" sz="9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30943C-DE69-6118-4E49-B5234EA40F3D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10" y="364406"/>
            <a:ext cx="3310905" cy="4414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68874" y="494556"/>
            <a:ext cx="4635252" cy="335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b="1" kern="0" spc="-2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Expected Outcomes &amp; Thank You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3968874" y="965597"/>
            <a:ext cx="4635252" cy="614586"/>
          </a:xfrm>
          <a:prstGeom prst="roundRect">
            <a:avLst>
              <a:gd name="adj" fmla="val 2883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4086969" y="1083692"/>
            <a:ext cx="4399062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Instant Inspection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4086969" y="1305744"/>
            <a:ext cx="4399062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Point-and-click DOM inspection on any live Chrome page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968874" y="1670596"/>
            <a:ext cx="4635252" cy="614586"/>
          </a:xfrm>
          <a:prstGeom prst="roundRect">
            <a:avLst>
              <a:gd name="adj" fmla="val 2883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4086969" y="1788691"/>
            <a:ext cx="4399062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📦</a:t>
            </a: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DevTools-Grade Data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086969" y="2010742"/>
            <a:ext cx="4399062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Extract HTML, CSS selectors, XPaths, box models, and typography instantly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968874" y="2375595"/>
            <a:ext cx="4635252" cy="614586"/>
          </a:xfrm>
          <a:prstGeom prst="roundRect">
            <a:avLst>
              <a:gd name="adj" fmla="val 2883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4086969" y="2493690"/>
            <a:ext cx="4399062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AI Code Generation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086969" y="2715741"/>
            <a:ext cx="4399062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Transform natural language prompts into clean CSS/Tailwind code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68874" y="3080593"/>
            <a:ext cx="4635252" cy="614586"/>
          </a:xfrm>
          <a:prstGeom prst="roundRect">
            <a:avLst>
              <a:gd name="adj" fmla="val 2883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4086969" y="3198688"/>
            <a:ext cx="4399062" cy="167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b="1" kern="0" spc="-1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050" b="1" kern="0" spc="-11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 60% Faster Iteration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086969" y="3420740"/>
            <a:ext cx="4399062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Reduce frontend iteration cycles with live editing and batch updates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968874" y="3796903"/>
            <a:ext cx="5092452" cy="156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Qursor++</a:t>
            </a: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— AI-Powered UI Inspector &amp; DevTools Companion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968874" y="4054971"/>
            <a:ext cx="721072" cy="179487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039716" y="4090392"/>
            <a:ext cx="1036588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AAKASH PATEL</a:t>
            </a:r>
            <a:endParaRPr lang="en-US" sz="700" dirty="0"/>
          </a:p>
        </p:txBody>
      </p:sp>
      <p:sp>
        <p:nvSpPr>
          <p:cNvPr id="20" name="Shape 17"/>
          <p:cNvSpPr/>
          <p:nvPr/>
        </p:nvSpPr>
        <p:spPr>
          <a:xfrm>
            <a:off x="4748957" y="4054971"/>
            <a:ext cx="700311" cy="179487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819799" y="4090392"/>
            <a:ext cx="1015826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RONAK SINGH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5508278" y="4054971"/>
            <a:ext cx="760437" cy="179487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579120" y="4090392"/>
            <a:ext cx="1075953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CHIRAG VASAVA</a:t>
            </a:r>
            <a:endParaRPr lang="en-US" sz="700" dirty="0"/>
          </a:p>
        </p:txBody>
      </p:sp>
      <p:sp>
        <p:nvSpPr>
          <p:cNvPr id="24" name="Shape 21"/>
          <p:cNvSpPr/>
          <p:nvPr/>
        </p:nvSpPr>
        <p:spPr>
          <a:xfrm>
            <a:off x="6327725" y="4054971"/>
            <a:ext cx="755154" cy="179487"/>
          </a:xfrm>
          <a:prstGeom prst="roundRect">
            <a:avLst>
              <a:gd name="adj" fmla="val 7897"/>
            </a:avLst>
          </a:prstGeom>
          <a:noFill/>
          <a:ln w="4763">
            <a:solidFill>
              <a:srgbClr val="2D2E3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98568" y="4090392"/>
            <a:ext cx="1070670" cy="108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BRIJESH SEVRA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3968874" y="4336182"/>
            <a:ext cx="4635252" cy="31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Guide: </a:t>
            </a:r>
            <a:r>
              <a:rPr lang="en-US" sz="9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Jhal Shah</a:t>
            </a:r>
            <a:r>
              <a:rPr lang="en-US" sz="9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Dept. of Computer Science &amp; Engineering · The Maharaja Sayajirao University of Baroda</a:t>
            </a:r>
            <a:endParaRPr lang="en-US" sz="9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0E3AAF7-B50E-78CB-A126-53883140DCF9}"/>
              </a:ext>
            </a:extLst>
          </p:cNvPr>
          <p:cNvSpPr/>
          <p:nvPr/>
        </p:nvSpPr>
        <p:spPr>
          <a:xfrm>
            <a:off x="7814603" y="4677508"/>
            <a:ext cx="1280160" cy="4382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1084</Words>
  <Application>Microsoft Office PowerPoint</Application>
  <PresentationFormat>On-screen Show (16:9)</PresentationFormat>
  <Paragraphs>136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Source Sans 3</vt:lpstr>
      <vt:lpstr>Source Sans 3 Bold</vt:lpstr>
      <vt:lpstr>Montserrat Bold</vt:lpstr>
      <vt:lpstr>Twemoji Mozilla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chirag vasava</cp:lastModifiedBy>
  <cp:revision>10</cp:revision>
  <dcterms:created xsi:type="dcterms:W3CDTF">2026-08-07T17:00:54Z</dcterms:created>
  <dcterms:modified xsi:type="dcterms:W3CDTF">2026-09-07T07:46:40Z</dcterms:modified>
</cp:coreProperties>
</file>